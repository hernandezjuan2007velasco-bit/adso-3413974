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54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2E7D32">
              <a:alpha val="6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F6F00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SENA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Asistencia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de la solución digital con lectura de código QR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429768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CU-02 · Registrar Asistencia por Escáner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464040" y="228600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9518904" y="2340864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902952" y="2340864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0287000" y="2340864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1055096" y="2340864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9518904" y="2724912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0287000" y="2724912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9518904" y="3108960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9902952" y="3108960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0287000" y="3108960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11055096" y="3108960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10671048" y="3493008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11055096" y="3493008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9518904" y="3877056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10287000" y="3877056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10671048" y="3877056"/>
            <a:ext cx="274320" cy="274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40080" y="6035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· Aprendiz · SOFIA Plus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general del proceso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carga de la ficha al reporte final en SOFIA Plus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28700" y="1965960"/>
            <a:ext cx="960120" cy="960120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28700" y="196596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⤓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05840" y="30632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RF-01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4472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ficha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.csv/.xlsx desde SOFIA Plus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14600" y="222199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BB6A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68980" y="1965960"/>
            <a:ext cx="960120" cy="960120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68980" y="196596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▦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246120" y="30632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246120" y="3063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RF-02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88920" y="34472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 QR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88920" y="40690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presenta su código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222199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BB6A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509260" y="1965960"/>
            <a:ext cx="960120" cy="960120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509260" y="196596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✓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486400" y="30632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486400" y="3063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RF-03/04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34472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40690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estado, fecha y hora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95160" y="222199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BB6A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749540" y="1965960"/>
            <a:ext cx="960120" cy="96012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7749540" y="196596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⚠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7726680" y="30632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7726680" y="3063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RF-05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69480" y="34472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69480" y="40690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fallas y aviso por correo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235440" y="222199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BB6A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989820" y="1965960"/>
            <a:ext cx="960120" cy="960120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9989820" y="196596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⎘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9966960" y="30632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9966960" y="3063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RF-06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509760" y="34472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509760" y="40690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listo para homologar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3949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822960" y="539496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a instructores y aprendices: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la necesidad de reemplazar el papel/Excel por un registro con código QR, reduciendo el tiempo dedicado a tomar asistencia en cada sesión.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Pantalla: Selección de ficha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RF-01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Carga de ficha de aprendices
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</a:rPr>
              <a:t>El instructor importa la lista de aprendices activos mediante un archivo .csv o .xlsx exportado previamente de SOFIA Plus.
</a:t>
            </a:r>
            <a:endParaRPr lang="en-US" sz="1500" dirty="0"/>
          </a:p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</a:rPr>
              <a:t>En pantalla puede: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Buscar una ficha ya cargada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Ver cuántos aprendices tiene cada ficha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Cargar un nuevo archivo desde el botón inferior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06440" y="1051560"/>
            <a:ext cx="5852160" cy="539496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806440" y="1051560"/>
            <a:ext cx="5852160" cy="685800"/>
          </a:xfrm>
          <a:prstGeom prst="roundRect">
            <a:avLst>
              <a:gd name="adj" fmla="val 16000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806440" y="1417320"/>
            <a:ext cx="5852160" cy="3200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080760" y="105156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· Asistencia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5212080" cy="457200"/>
          </a:xfrm>
          <a:prstGeom prst="roundRect">
            <a:avLst>
              <a:gd name="adj" fmla="val 50000"/>
            </a:avLst>
          </a:prstGeom>
          <a:solidFill>
            <a:srgbClr val="F4F6F5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30936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</a:rPr>
              <a:t>🔍  Buscar ficha...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65176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6263640" y="281635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263640" y="2816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95160" y="27706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Ficha 2589451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95160" y="3063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Análisis y Desarrollo de Software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95160" y="32735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28 aprendices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365760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263640" y="38221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26364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37764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Ficha 2611038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Administración de Empresas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95160" y="42793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31 aprendices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46634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263640" y="48280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263640" y="4828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📑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47823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Ficha 2598214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5074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Contabilización de Operaciones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95160" y="52852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24 aprendices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5669280"/>
            <a:ext cx="5212080" cy="548640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126480" y="56692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+  Cargar ficha (.csv / .xlsx)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Pantalla: Escanear asistencia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CU-02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84632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Flujo normal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1. El instructor activa “Escanear Asistencia” para la ficha.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2. El aprendiz presenta su código QR/barras.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3. El sistema valida el ID contra la ficha cargada.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4. Registra “Asistió” con fecha y hora.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5. Confirmación visual en pantalla.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53935"/>
                </a:solidFill>
              </a:rPr>
              <a:t>Flujo alternativo
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Si el ID no pertenece a la ficha, se emite una alerta sonora y no se registra la asistencia.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89320" y="1051560"/>
            <a:ext cx="3108960" cy="5394960"/>
          </a:xfrm>
          <a:prstGeom prst="roundRect">
            <a:avLst>
              <a:gd name="adj" fmla="val 8235"/>
            </a:avLst>
          </a:prstGeom>
          <a:solidFill>
            <a:srgbClr val="141414"/>
          </a:solidFill>
          <a:ln w="25400">
            <a:solidFill>
              <a:srgbClr val="3A3A3A"/>
            </a:solidFill>
            <a:prstDash val="solid"/>
          </a:ln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172200" y="1216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14:32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722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Escanear Asistencia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2148840"/>
            <a:ext cx="365760" cy="82296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583680" y="2148840"/>
            <a:ext cx="82296" cy="36576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8138160" y="2148840"/>
            <a:ext cx="365760" cy="82296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8421624" y="2148840"/>
            <a:ext cx="82296" cy="36576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6583680" y="3986784"/>
            <a:ext cx="365760" cy="82296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583680" y="3703320"/>
            <a:ext cx="82296" cy="36576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138160" y="3986784"/>
            <a:ext cx="365760" cy="82296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8421624" y="3703320"/>
            <a:ext cx="82296" cy="36576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83680" y="214884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4A4A4A"/>
                </a:solidFill>
              </a:rPr>
              <a:t>▦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617220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BB6A"/>
                </a:solidFill>
              </a:rPr>
              <a:t>Escaneando...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84632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446520" y="5029200"/>
            <a:ext cx="502920" cy="50292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44652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4983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20"/>
                </a:solidFill>
              </a:rPr>
              <a:t>Asistió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5303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Juan Pérez · 07:32 a.m.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585216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E53935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263640" y="5852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✖  Aprendiz no registrado en la ficha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Pantalla: Lista de asistencia y registro manual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puede corregir el estado si el aprendiz no tiene su documento o falla el escáner (RF-03) y maneja cuatro estados de sesión (RF-04)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1672" cy="59436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Ficha 2589451 · Análisis y Desarrollo de Software  ·  10 jul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71600" y="22219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</a:rPr>
              <a:t>Aprendiz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94960" y="22219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</a:rPr>
              <a:t>Documento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55280" y="2221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</a:rPr>
              <a:t>Estado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92640" y="2221992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6B6B"/>
                </a:solidFill>
              </a:rPr>
              <a:t>Cambiar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697480"/>
            <a:ext cx="438912" cy="438912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22960" y="26974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</a:rPr>
              <a:t>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56032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Camila Rojas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94960" y="2560320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1 019 234 551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274320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66BB6A">
              <a:alpha val="8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955280" y="27432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Asistió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92640" y="2724912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692640" y="27249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</a:rPr>
              <a:t>Editar  ▾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3273552"/>
            <a:ext cx="10817352" cy="713232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822960" y="3410712"/>
            <a:ext cx="438912" cy="438912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22960" y="34107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</a:rPr>
              <a:t>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327355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Andrés Gómez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94960" y="327355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1 022 887 340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0" y="3456432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F9A825">
              <a:alpha val="8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7955280" y="345643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Retardo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92640" y="3438144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9692640" y="343814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</a:rPr>
              <a:t>Editar  ▾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" y="4123944"/>
            <a:ext cx="438912" cy="438912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822960" y="41239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</a:rPr>
              <a:t>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39867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Laura Martínez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394960" y="3986784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1 018 552 219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955280" y="4169664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E53935">
              <a:alpha val="8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7955280" y="4169664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Faltó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692640" y="4151376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9692640" y="415137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</a:rPr>
              <a:t>Editar  ▾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5800" y="4700016"/>
            <a:ext cx="10817352" cy="713232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822960" y="4837176"/>
            <a:ext cx="438912" cy="438912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822960" y="48371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5E20"/>
                </a:solidFill>
              </a:rPr>
              <a:t>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71600" y="470001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Kevin Torres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394960" y="4700016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1 025 461 902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955280" y="4882896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E88E5">
              <a:alpha val="8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7955280" y="48828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Falta Justificada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692640" y="486460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9692640" y="48646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</a:rPr>
              <a:t>Editar  ▾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971032"/>
            <a:ext cx="201168" cy="201168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822960" y="58795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Asistió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200400" y="5971032"/>
            <a:ext cx="201168" cy="201168"/>
          </a:xfrm>
          <a:prstGeom prst="ellipse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3474720" y="58795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Faltó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852160" y="5971032"/>
            <a:ext cx="201168" cy="201168"/>
          </a:xfrm>
          <a:prstGeom prst="ellipse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6126480" y="58795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Retardo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503920" y="5971032"/>
            <a:ext cx="201168" cy="201168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8778240" y="58795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</a:rPr>
              <a:t>Falta Justificada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Pantalla: Alertas de inasistencia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RF-05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</a:rPr>
              <a:t>Si un aprendiz supera el 15% de fallas del trimestre, el sistema genera una alerta visual y envía un correo automático.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</a:rPr>
              <a:t>Laura Martínez  ·  Ficha 2589451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691640" y="2514600"/>
            <a:ext cx="2103120" cy="2103120"/>
          </a:xfrm>
          <a:prstGeom prst="ellipse">
            <a:avLst/>
          </a:prstGeom>
          <a:solidFill>
            <a:srgbClr val="FFFFFF"/>
          </a:solidFill>
          <a:ln w="1778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011680" y="283464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691640" y="30175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53935"/>
                </a:solidFill>
              </a:rPr>
              <a:t>18%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91640" y="3611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</a:rPr>
              <a:t>de fallas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93776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E5393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Supera el límite permitido (15%)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557784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</a:rPr>
              <a:t>✉  Correo automático enviado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66360" y="1691640"/>
            <a:ext cx="64465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440680" y="187452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Aprendices con nivel de riesgo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40680" y="2468880"/>
            <a:ext cx="5897880" cy="822960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62356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Laura Martínez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32520" y="2761488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8732520" y="2761488"/>
            <a:ext cx="1810512" cy="237744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10789920" y="24688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</a:rPr>
              <a:t>18%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40680" y="3383280"/>
            <a:ext cx="5897880" cy="822960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623560" y="3383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Kevin Torres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732520" y="3675888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732520" y="3675888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F9A82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10789920" y="33832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825"/>
                </a:solidFill>
              </a:rPr>
              <a:t>13%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40680" y="4297680"/>
            <a:ext cx="5897880" cy="822960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623560" y="42976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Andrés Gómez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732520" y="4590288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8732520" y="4590288"/>
            <a:ext cx="905256" cy="237744"/>
          </a:xfrm>
          <a:prstGeom prst="roundRect">
            <a:avLst>
              <a:gd name="adj" fmla="val 50000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10789920" y="42976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</a:rPr>
              <a:t>9%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40680" y="5212080"/>
            <a:ext cx="5897880" cy="822960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5623560" y="52120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</a:rPr>
              <a:t>Camila Rojas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732520" y="5504688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8732520" y="5504688"/>
            <a:ext cx="402336" cy="237744"/>
          </a:xfrm>
          <a:prstGeom prst="roundRect">
            <a:avLst>
              <a:gd name="adj" fmla="val 50000"/>
            </a:avLst>
          </a:prstGeom>
          <a:solidFill>
            <a:srgbClr val="66BB6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10789920" y="52120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</a:rPr>
              <a:t>4%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Pantalla: Exportar reporte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280160" cy="320040"/>
          </a:xfrm>
          <a:prstGeom prst="roundRect">
            <a:avLst>
              <a:gd name="adj" fmla="val 48571"/>
            </a:avLst>
          </a:prstGeom>
          <a:solidFill>
            <a:srgbClr val="1B5E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RF-06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</a:rPr>
              <a:t>Genera reportes consolidados en Excel, listos para que el instructor los homologue o suba a SOFIA Plus.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1672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1091672" cy="5943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8348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Reporte consolidado · Ficha 2589451 · Trimestre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262872" y="170992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6F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9262872" y="170992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⤓  Exportar a Excel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423160"/>
            <a:ext cx="3200400" cy="4114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</a:rPr>
              <a:t>Aprendiz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2423160"/>
            <a:ext cx="1280160" cy="4114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114800" y="2423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</a:rPr>
              <a:t>Asistió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2423160"/>
            <a:ext cx="1188720" cy="4114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486400" y="2423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</a:rPr>
              <a:t>Faltó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2423160"/>
            <a:ext cx="1280160" cy="4114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766560" y="2423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</a:rPr>
              <a:t>Retardo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423160"/>
            <a:ext cx="1463040" cy="4114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138160" y="2423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</a:rPr>
              <a:t>Justificada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92640" y="2423160"/>
            <a:ext cx="1581912" cy="4114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9692640" y="242316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</a:rPr>
              <a:t>% Asistencia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</a:rPr>
              <a:t>Camila Rojas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834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38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834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2834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92640" y="283464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92%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3291840"/>
            <a:ext cx="10543032" cy="457200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82296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</a:rPr>
              <a:t>Andrés Gómez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3291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34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32918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0" y="3291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38160" y="3291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92640" y="329184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83%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</a:rPr>
              <a:t>Laura Martínez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29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3749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6656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38160" y="3749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92640" y="374904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72%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2960" y="4206240"/>
            <a:ext cx="10543032" cy="457200"/>
          </a:xfrm>
          <a:prstGeom prst="rect">
            <a:avLst/>
          </a:prstGeom>
          <a:solidFill>
            <a:srgbClr val="F4F6F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82296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</a:rPr>
              <a:t>Kevin Torres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0" y="4206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33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0" y="4206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66560" y="4206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138160" y="4206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</a:rPr>
              <a:t>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92640" y="420624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80%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" y="5486400"/>
            <a:ext cx="10543032" cy="4572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822960" y="548640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</a:rPr>
              <a:t>✓  Formato compatible para homologar directamente en SOFIA Plus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esperados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automatizar el registro de asistencia con código QR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685800" cy="68580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2221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Ahorro de tiempo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783080" y="2651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Menos minutos de clase dedicados a pasar lista.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583680" y="2240280"/>
            <a:ext cx="685800" cy="68580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583680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2360" y="2221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Menos errores manuales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452360" y="2651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El escaneo evita omisiones y datos mal digitados.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914400" y="4389120"/>
            <a:ext cx="685800" cy="68580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914400" y="4389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437083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Alertas oportunas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783080" y="480060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Aviso automático antes de superar el 15% de fallas.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11480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583680" y="4389120"/>
            <a:ext cx="685800" cy="685800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583680" y="4389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52360" y="437083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Reportes listos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452360" y="480060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Exporta a Excel para homologar en SOFIA Plus.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675</Words>
  <Application>Microsoft Office PowerPoint</Application>
  <PresentationFormat>Panorámica</PresentationFormat>
  <Paragraphs>182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Soporte Tecnico SENA</cp:lastModifiedBy>
  <cp:revision>1</cp:revision>
  <dcterms:created xsi:type="dcterms:W3CDTF">2026-07-11T00:31:14Z</dcterms:created>
  <dcterms:modified xsi:type="dcterms:W3CDTF">2026-07-11T00:42:56Z</dcterms:modified>
</cp:coreProperties>
</file>