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487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Schedule Manager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Visual del Mockup  ·  5 Pantallas MVP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Dashboard Principal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Calendario Semanal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Formulario de Horario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Instructores + Fichas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Ambientes + Observaciones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Nacional de Aprendizaje  ·  SENA</a:t>
            </a:r>
            <a:endParaRPr lang="en-US" sz="10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A9A02A0-7E94-4371-36E3-0CF0DAC76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170" y="3256353"/>
            <a:ext cx="369679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Nombre | 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Brenda Carolina Galeano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Ramirez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| Líder del Proyecto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Paula Sofia Claros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Nañez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| Analista de Requisitos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Juan Diego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Hernandez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Velasco | Analista de Sistemas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Adrian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Estiben Garrido Pedroza | Diseñador UX/UI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Edwin Alejandro Esquivel Bahamon | Analista de Procesos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  ·  Dashboard Principal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01 / 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914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54864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84632" y="1069848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8463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0515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Hoy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1289304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bloqueados por colisión (últ. 24 h)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60520" cy="914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54864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873752" y="1069848"/>
            <a:ext cx="384048" cy="3840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87375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0952" y="10515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Fuera de Servicio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0952" y="1289304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en Mantenimiento o Inactivo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029968"/>
            <a:ext cx="4160520" cy="914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20040" y="2029968"/>
            <a:ext cx="54864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84632" y="2139696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4632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21214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Sin Cubrir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" y="235915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sin todos sus horarios de la semana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029968"/>
            <a:ext cx="4160520" cy="914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709160" y="2029968"/>
            <a:ext cx="54864" cy="9144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873752" y="2139696"/>
            <a:ext cx="384048" cy="38404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73752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30952" y="21214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Instructores al Límite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30952" y="235915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Consumieron ≥ 90% de su carga semanal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651760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217920" y="32004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Nuevo Horario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Mini-Calendario Semanal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200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" y="3750503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7772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772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23544" y="3750503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12344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12344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380744" y="3750503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16916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16916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37944" y="3750503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21488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21488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95144" y="3750503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26060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26060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52344" y="3750503"/>
            <a:ext cx="128016" cy="12801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3063240" y="3566160"/>
            <a:ext cx="429768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30632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114800"/>
            <a:ext cx="850392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Shape 52"/>
          <p:cNvSpPr/>
          <p:nvPr/>
        </p:nvSpPr>
        <p:spPr>
          <a:xfrm>
            <a:off x="411480" y="4114800"/>
            <a:ext cx="1463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41148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10312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79476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48640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17804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20040" y="4507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navegación principal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2  ·  Calendario Semanal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02 / 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6217920" cy="384048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1417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" y="969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Semana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969264"/>
            <a:ext cx="1417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920240" y="969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Ficha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56432" y="969264"/>
            <a:ext cx="1417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56432" y="969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Instructor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92624" y="969264"/>
            <a:ext cx="1417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992624" y="969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Ambiente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417320"/>
            <a:ext cx="64008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0040" y="1417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01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601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745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8745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889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7889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033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7033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6177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321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5321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1673352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20040" y="16733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01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18745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27889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37033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6177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55321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320040" y="2075688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320040" y="207568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601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18745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27889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37033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46177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55321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320040" y="2478024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320040" y="247802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601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18745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27889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37033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46177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55321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320040" y="2880360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320040" y="28803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601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Shape 54"/>
          <p:cNvSpPr/>
          <p:nvPr/>
        </p:nvSpPr>
        <p:spPr>
          <a:xfrm>
            <a:off x="18745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27889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Shape 56"/>
          <p:cNvSpPr/>
          <p:nvPr/>
        </p:nvSpPr>
        <p:spPr>
          <a:xfrm>
            <a:off x="37033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Shape 57"/>
          <p:cNvSpPr/>
          <p:nvPr/>
        </p:nvSpPr>
        <p:spPr>
          <a:xfrm>
            <a:off x="46177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Shape 58"/>
          <p:cNvSpPr/>
          <p:nvPr/>
        </p:nvSpPr>
        <p:spPr>
          <a:xfrm>
            <a:off x="55321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Shape 59"/>
          <p:cNvSpPr/>
          <p:nvPr/>
        </p:nvSpPr>
        <p:spPr>
          <a:xfrm>
            <a:off x="320040" y="3282696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320040" y="328269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601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Shape 62"/>
          <p:cNvSpPr/>
          <p:nvPr/>
        </p:nvSpPr>
        <p:spPr>
          <a:xfrm>
            <a:off x="18745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Shape 63"/>
          <p:cNvSpPr/>
          <p:nvPr/>
        </p:nvSpPr>
        <p:spPr>
          <a:xfrm>
            <a:off x="27889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Shape 64"/>
          <p:cNvSpPr/>
          <p:nvPr/>
        </p:nvSpPr>
        <p:spPr>
          <a:xfrm>
            <a:off x="37033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Shape 65"/>
          <p:cNvSpPr/>
          <p:nvPr/>
        </p:nvSpPr>
        <p:spPr>
          <a:xfrm>
            <a:off x="46177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Shape 66"/>
          <p:cNvSpPr/>
          <p:nvPr/>
        </p:nvSpPr>
        <p:spPr>
          <a:xfrm>
            <a:off x="55321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Shape 67"/>
          <p:cNvSpPr/>
          <p:nvPr/>
        </p:nvSpPr>
        <p:spPr>
          <a:xfrm>
            <a:off x="996696" y="1691640"/>
            <a:ext cx="841248" cy="7680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996696" y="1691640"/>
            <a:ext cx="8412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AF-2310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Pérez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825496" y="2093976"/>
            <a:ext cx="841248" cy="7680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2" name="Text 70"/>
          <p:cNvSpPr/>
          <p:nvPr/>
        </p:nvSpPr>
        <p:spPr>
          <a:xfrm>
            <a:off x="2825496" y="2093976"/>
            <a:ext cx="8412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AF-1820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Torres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911096" y="1691640"/>
            <a:ext cx="841248" cy="7680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4" name="Text 72"/>
          <p:cNvSpPr/>
          <p:nvPr/>
        </p:nvSpPr>
        <p:spPr>
          <a:xfrm>
            <a:off x="1911096" y="1691640"/>
            <a:ext cx="8412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AF-1201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654296" y="2496312"/>
            <a:ext cx="841248" cy="76809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4654296" y="2496312"/>
            <a:ext cx="8412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MANT.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675120" y="914400"/>
            <a:ext cx="2148840" cy="3200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Text 76"/>
          <p:cNvSpPr/>
          <p:nvPr/>
        </p:nvSpPr>
        <p:spPr>
          <a:xfrm>
            <a:off x="6675120" y="914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675120" y="914400"/>
            <a:ext cx="21488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0" name="Text 78"/>
          <p:cNvSpPr/>
          <p:nvPr/>
        </p:nvSpPr>
        <p:spPr>
          <a:xfrm>
            <a:off x="6675120" y="914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784848" y="13533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Ficha: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784848" y="15819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AF-2310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784848" y="1810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784848" y="20391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Pérez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784848" y="2267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Ambiente: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784848" y="24963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784848" y="2724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Hora: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784848" y="2953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 – 09:00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784848" y="2458103"/>
            <a:ext cx="19202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0" name="Text 88"/>
          <p:cNvSpPr/>
          <p:nvPr/>
        </p:nvSpPr>
        <p:spPr>
          <a:xfrm>
            <a:off x="6784848" y="24323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789420" y="2926080"/>
            <a:ext cx="192024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2" name="Text 90"/>
          <p:cNvSpPr/>
          <p:nvPr/>
        </p:nvSpPr>
        <p:spPr>
          <a:xfrm>
            <a:off x="6784848" y="28529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Eliminar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789420" y="3282696"/>
            <a:ext cx="1920240" cy="310896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4" name="Text 92"/>
          <p:cNvSpPr/>
          <p:nvPr/>
        </p:nvSpPr>
        <p:spPr>
          <a:xfrm>
            <a:off x="6784848" y="3273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 Observaciones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20040" y="4681728"/>
            <a:ext cx="201168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6" name="Text 94"/>
          <p:cNvSpPr/>
          <p:nvPr/>
        </p:nvSpPr>
        <p:spPr>
          <a:xfrm>
            <a:off x="576072" y="4681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normal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468880" y="4681728"/>
            <a:ext cx="201168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8" name="Text 96"/>
          <p:cNvSpPr/>
          <p:nvPr/>
        </p:nvSpPr>
        <p:spPr>
          <a:xfrm>
            <a:off x="2724912" y="4681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72000" y="4681728"/>
            <a:ext cx="201168" cy="20116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0" name="Text 98"/>
          <p:cNvSpPr/>
          <p:nvPr/>
        </p:nvSpPr>
        <p:spPr>
          <a:xfrm>
            <a:off x="4873752" y="4681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 / Mantenimiento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3  ·  Formulario de Horario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03 / 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212080" cy="397764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08760" y="1005840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536192" y="100584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Código SENA – Programa de Formación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591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08760" y="1591056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536192" y="1591056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Nombre  [PLANTA] / [CONTRATISTA]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08760" y="2176272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536192" y="2176272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Solo ambientes Disponibles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08760" y="2761488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536192" y="2761488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Fecha  |  ⏰ Inicio  |  ⏰ Fin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08760" y="306324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Hora Fin ≤ Hora Inicio  (RN-007)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346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08760" y="3346704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536192" y="3346704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 (máx. 300 caracteres)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Horaria del Instructor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3931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 (31 h / 40 h)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4846320" cy="1828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3780130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57200" y="4407408"/>
            <a:ext cx="4846320" cy="36576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02920" y="4407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Panel de alertas: Se activa si hay conflicto de lugar, instructor, capacidad o límite horario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0" y="4818888"/>
            <a:ext cx="1417320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286000" y="48188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94760" y="4818888"/>
            <a:ext cx="1600200" cy="329184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794760" y="48188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sesión  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914400"/>
            <a:ext cx="3154680" cy="397764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5669280" y="914400"/>
            <a:ext cx="315468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5669280" y="9144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1335024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5760720" y="13350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RN-001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19088" y="133502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ya ocupado → bloque rojo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60720" y="1764792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5760720" y="17647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19088" y="17647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ya asignado → bloque rojo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60720" y="2194560"/>
            <a:ext cx="59436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5760720" y="21945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19088" y="219456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&gt; capacidad → ambiente ⚠ gris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60720" y="2624328"/>
            <a:ext cx="59436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5760720" y="2624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RN-004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19088" y="2624328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ambientes Disponibles en selector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60720" y="3054096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5760720" y="30540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RN-005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19088" y="305409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Contratista: máx. 40 h/sem → barra roja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760720" y="3483864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5760720" y="34838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RN-006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19088" y="348386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Planta: máx. 48 h/sem → barra roja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60720" y="3913632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5760720" y="39136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419088" y="391363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Fin ≤ Inicio → campo rojo instantáneo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760720" y="4343400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5760720" y="4343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RN-008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419088" y="434340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con sesiones activas → eliminar bloqueado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716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4  ·  Instructores + Fichas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04 /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Instructores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0058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N.° Doc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25880" y="1261872"/>
            <a:ext cx="1645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71800" y="1261872"/>
            <a:ext cx="10058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971800" y="1261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77640" y="1261872"/>
            <a:ext cx="1645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97764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23560" y="1261872"/>
            <a:ext cx="914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62356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536192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20040" y="1536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1.234.567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25880" y="1536192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325880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Pérez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71800" y="1536192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044952" y="1581912"/>
            <a:ext cx="841248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044952" y="158191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977640" y="1536192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977640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23560" y="1536192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62356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1828800"/>
            <a:ext cx="100584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2004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9.876.543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325880" y="1828800"/>
            <a:ext cx="164592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132588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Torres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71800" y="1828800"/>
            <a:ext cx="100584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3044952" y="1874520"/>
            <a:ext cx="841248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044952" y="18745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77640" y="1828800"/>
            <a:ext cx="164592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97764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23560" y="1828800"/>
            <a:ext cx="91440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562356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2121408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320040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4.321.000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325880" y="212140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132588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Ruiz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71800" y="2121408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3044952" y="2167128"/>
            <a:ext cx="841248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3044952" y="21671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977640" y="212140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397764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623560" y="212140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562356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9400" y="822960"/>
            <a:ext cx="2446020" cy="2560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6606539" y="835696"/>
            <a:ext cx="24460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5760720" y="813816"/>
            <a:ext cx="3063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Instructor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48272" y="1298448"/>
            <a:ext cx="21214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6830568" y="129844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N.° de documento  |  Tipo [CC / CE / Pasaporte]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748272" y="1773936"/>
            <a:ext cx="21214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6830568" y="1773936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completo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748270" y="2249424"/>
            <a:ext cx="21214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6830568" y="224942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contrato  →  Límite: 40 h (Contratista) / 48 h (Planta)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761986" y="2692255"/>
            <a:ext cx="210769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6830568" y="2692255"/>
            <a:ext cx="1856232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  |  Email  |  Teléfono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761986" y="3072384"/>
            <a:ext cx="114757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Contrato: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629400" y="3392424"/>
            <a:ext cx="1188720" cy="2011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63" name="Text 61"/>
          <p:cNvSpPr/>
          <p:nvPr/>
        </p:nvSpPr>
        <p:spPr>
          <a:xfrm>
            <a:off x="6029813" y="3282696"/>
            <a:ext cx="236960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818120" y="3392424"/>
            <a:ext cx="12344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7563394" y="3337560"/>
            <a:ext cx="15577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20040" y="3218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Fichas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0040" y="3520440"/>
            <a:ext cx="8229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320040" y="3520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143000" y="3520440"/>
            <a:ext cx="18288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1143000" y="3520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971800" y="3520440"/>
            <a:ext cx="7772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2" name="Text 70"/>
          <p:cNvSpPr/>
          <p:nvPr/>
        </p:nvSpPr>
        <p:spPr>
          <a:xfrm>
            <a:off x="2971800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749040" y="3520440"/>
            <a:ext cx="8229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4" name="Text 72"/>
          <p:cNvSpPr/>
          <p:nvPr/>
        </p:nvSpPr>
        <p:spPr>
          <a:xfrm>
            <a:off x="3749040" y="3520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572000" y="3520440"/>
            <a:ext cx="12344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4572000" y="3520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806440" y="3520440"/>
            <a:ext cx="723029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Text 76"/>
          <p:cNvSpPr/>
          <p:nvPr/>
        </p:nvSpPr>
        <p:spPr>
          <a:xfrm>
            <a:off x="5806440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20040" y="3776472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0" name="Text 78"/>
          <p:cNvSpPr/>
          <p:nvPr/>
        </p:nvSpPr>
        <p:spPr>
          <a:xfrm>
            <a:off x="320040" y="3776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2310456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143000" y="3776472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2" name="Text 80"/>
          <p:cNvSpPr/>
          <p:nvPr/>
        </p:nvSpPr>
        <p:spPr>
          <a:xfrm>
            <a:off x="1143000" y="3776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Adm. de Empresas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971800" y="3776472"/>
            <a:ext cx="777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4" name="Text 82"/>
          <p:cNvSpPr/>
          <p:nvPr/>
        </p:nvSpPr>
        <p:spPr>
          <a:xfrm>
            <a:off x="2971800" y="3776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2024-A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749040" y="3776472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6" name="Text 84"/>
          <p:cNvSpPr/>
          <p:nvPr/>
        </p:nvSpPr>
        <p:spPr>
          <a:xfrm>
            <a:off x="3749040" y="3776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0" y="3776472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8" name="Text 86"/>
          <p:cNvSpPr/>
          <p:nvPr/>
        </p:nvSpPr>
        <p:spPr>
          <a:xfrm>
            <a:off x="4572000" y="37764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Ene–Jun 2025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806440" y="3776472"/>
            <a:ext cx="72302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0" name="Text 88"/>
          <p:cNvSpPr/>
          <p:nvPr/>
        </p:nvSpPr>
        <p:spPr>
          <a:xfrm>
            <a:off x="5806440" y="3776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20040" y="4050792"/>
            <a:ext cx="8229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2" name="Text 90"/>
          <p:cNvSpPr/>
          <p:nvPr/>
        </p:nvSpPr>
        <p:spPr>
          <a:xfrm>
            <a:off x="320040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1820321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143000" y="4050792"/>
            <a:ext cx="18288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4" name="Text 92"/>
          <p:cNvSpPr/>
          <p:nvPr/>
        </p:nvSpPr>
        <p:spPr>
          <a:xfrm>
            <a:off x="1143000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Gráfico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971800" y="4050792"/>
            <a:ext cx="77724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6" name="Text 94"/>
          <p:cNvSpPr/>
          <p:nvPr/>
        </p:nvSpPr>
        <p:spPr>
          <a:xfrm>
            <a:off x="2971800" y="4050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2024-B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749040" y="4050792"/>
            <a:ext cx="8229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8" name="Text 96"/>
          <p:cNvSpPr/>
          <p:nvPr/>
        </p:nvSpPr>
        <p:spPr>
          <a:xfrm>
            <a:off x="3749040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572000" y="4050792"/>
            <a:ext cx="123444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0" name="Text 98"/>
          <p:cNvSpPr/>
          <p:nvPr/>
        </p:nvSpPr>
        <p:spPr>
          <a:xfrm>
            <a:off x="4572000" y="40507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Feb–Ago 2025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806440" y="4050792"/>
            <a:ext cx="723029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2" name="Text 100"/>
          <p:cNvSpPr/>
          <p:nvPr/>
        </p:nvSpPr>
        <p:spPr>
          <a:xfrm>
            <a:off x="5806440" y="4050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Ficha: Código · Programa · Cohorte · N.° aprendices · Fechas de inicio y fin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5  ·  Ambientes + Observaciones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05 /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Ambientes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64592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65960" y="1261872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965960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80360" y="1261872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880360" y="1261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60520" y="1261872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160520" y="1261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261872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440680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517904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20040" y="1517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65960" y="151790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965960" y="1517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80360" y="151790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880360" y="1517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60520" y="151790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233672" y="1554480"/>
            <a:ext cx="1115568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233672" y="155448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40680" y="1536192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440680" y="1517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1792224"/>
            <a:ext cx="164592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20040" y="17922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65960" y="1792224"/>
            <a:ext cx="9144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1965960" y="1792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80360" y="1792224"/>
            <a:ext cx="12801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2880360" y="1792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60520" y="1792224"/>
            <a:ext cx="12801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233672" y="1828800"/>
            <a:ext cx="1115568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233672" y="18288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440680" y="1792224"/>
            <a:ext cx="9144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5440680" y="1792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2066544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320040" y="2066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965960" y="206654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1965960" y="2066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880360" y="206654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2880360" y="20665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60520" y="206654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4233672" y="2103120"/>
            <a:ext cx="1115568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233672" y="210312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440680" y="206654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5440680" y="2066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2340864"/>
            <a:ext cx="164592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320040" y="23408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965960" y="2340864"/>
            <a:ext cx="9144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1965960" y="2340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880360" y="2340864"/>
            <a:ext cx="12801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2880360" y="2340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60520" y="2340864"/>
            <a:ext cx="12801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4233672" y="2377440"/>
            <a:ext cx="1115568" cy="18288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4233672" y="237744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440680" y="2340864"/>
            <a:ext cx="9144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5440680" y="2340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0040" y="2779776"/>
            <a:ext cx="155448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320040" y="2779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331720" y="2779776"/>
            <a:ext cx="1554480" cy="21945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Text 62"/>
          <p:cNvSpPr/>
          <p:nvPr/>
        </p:nvSpPr>
        <p:spPr>
          <a:xfrm>
            <a:off x="2331720" y="2779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343400" y="2779776"/>
            <a:ext cx="1554480" cy="219456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4343400" y="2779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20040" y="3044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Mantenimiento e Inactivo no aparecen en el selector de horarios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399166" y="875538"/>
            <a:ext cx="2516234" cy="3075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9" name="Shape 67"/>
          <p:cNvSpPr/>
          <p:nvPr/>
        </p:nvSpPr>
        <p:spPr>
          <a:xfrm>
            <a:off x="6446520" y="924361"/>
            <a:ext cx="2340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5577840" y="9144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Observaciones  ·  AF-2310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446520" y="1331759"/>
            <a:ext cx="583990" cy="18451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2" name="Text 70"/>
          <p:cNvSpPr/>
          <p:nvPr/>
        </p:nvSpPr>
        <p:spPr>
          <a:xfrm>
            <a:off x="6140766" y="1325879"/>
            <a:ext cx="1224726" cy="1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7080965" y="1333391"/>
            <a:ext cx="60391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4" name="Text 72"/>
          <p:cNvSpPr/>
          <p:nvPr/>
        </p:nvSpPr>
        <p:spPr>
          <a:xfrm>
            <a:off x="7080966" y="1325880"/>
            <a:ext cx="532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730596" y="1335024"/>
            <a:ext cx="50553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7847509" y="1338290"/>
            <a:ext cx="2717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8281850" y="1325880"/>
            <a:ext cx="505534" cy="18288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Text 76"/>
          <p:cNvSpPr/>
          <p:nvPr/>
        </p:nvSpPr>
        <p:spPr>
          <a:xfrm>
            <a:off x="8281851" y="1325879"/>
            <a:ext cx="505533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6446521" y="1581583"/>
            <a:ext cx="2355880" cy="6858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80" name="Shape 78"/>
          <p:cNvSpPr/>
          <p:nvPr/>
        </p:nvSpPr>
        <p:spPr>
          <a:xfrm>
            <a:off x="6492240" y="1609344"/>
            <a:ext cx="6858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81" name="Text 79"/>
          <p:cNvSpPr/>
          <p:nvPr/>
        </p:nvSpPr>
        <p:spPr>
          <a:xfrm>
            <a:off x="5650991" y="1627632"/>
            <a:ext cx="23408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7391617" y="15750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González  ·  20 May 2025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492240" y="18470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reprogramada por feriado.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446520" y="2404872"/>
            <a:ext cx="2355881" cy="6858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5" name="Shape 83"/>
          <p:cNvSpPr/>
          <p:nvPr/>
        </p:nvSpPr>
        <p:spPr>
          <a:xfrm>
            <a:off x="6515100" y="2441448"/>
            <a:ext cx="68580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6" name="Text 84"/>
          <p:cNvSpPr/>
          <p:nvPr/>
        </p:nvSpPr>
        <p:spPr>
          <a:xfrm>
            <a:off x="5989320" y="2404872"/>
            <a:ext cx="17412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7439296" y="2404872"/>
            <a:ext cx="12475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Pérez  ·  18 May 2025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492240" y="262432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Proyector sin funcionamiento. Se usó sala alterna.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446520" y="3182112"/>
            <a:ext cx="2355880" cy="6858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0" name="Shape 88"/>
          <p:cNvSpPr/>
          <p:nvPr/>
        </p:nvSpPr>
        <p:spPr>
          <a:xfrm>
            <a:off x="6515100" y="3218688"/>
            <a:ext cx="685800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1" name="Text 89"/>
          <p:cNvSpPr/>
          <p:nvPr/>
        </p:nvSpPr>
        <p:spPr>
          <a:xfrm>
            <a:off x="6270172" y="3182112"/>
            <a:ext cx="1224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7439296" y="3182112"/>
            <a:ext cx="1247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·  15 May 2025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92240" y="34015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instructor: L. Torres reemplaza a J. Pérez.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577840" y="4296700"/>
            <a:ext cx="3332988" cy="482019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5" name="Text 93"/>
          <p:cNvSpPr/>
          <p:nvPr/>
        </p:nvSpPr>
        <p:spPr>
          <a:xfrm>
            <a:off x="5687568" y="4349930"/>
            <a:ext cx="3017520" cy="428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Nueva observación: Autor · Tipo · Texto (máx. 1000 c.) · Guardar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Ambiente: Nombre · Capacidad · Tipo (selector) · Estado (selector) · Descripción (opcional)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706</Words>
  <Application>Microsoft Office PowerPoint</Application>
  <PresentationFormat>Presentación en pantalla (16:9)</PresentationFormat>
  <Paragraphs>229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 Schedule Manager - MVP Mockup</dc:title>
  <dc:subject>PptxGenJS Presentation</dc:subject>
  <dc:creator>PptxGenJS</dc:creator>
  <cp:lastModifiedBy>99A_10104118908</cp:lastModifiedBy>
  <cp:revision>3</cp:revision>
  <dcterms:created xsi:type="dcterms:W3CDTF">2026-05-23T14:58:20Z</dcterms:created>
  <dcterms:modified xsi:type="dcterms:W3CDTF">2026-05-23T15:44:08Z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2026-05-23T14:59:54Z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04db3e1b-bde7-4d88-9267-194f926408bd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